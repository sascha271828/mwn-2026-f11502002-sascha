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</p:sldIdLst>
  <p:sldSz cx="10080625" cy="567055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2FBC86-8B8C-429A-CDDF-2DAFE240BD27}" v="841" dt="2026-09-19T09:23:16.6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449B50B-72FD-403D-A977-18C440F3131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2FD4B7F-41B1-44F2-8F0C-CED2523AE6D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57589EC-9CD3-42EC-92DD-CB334F27C693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060350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r>
              <a:rPr lang="en-GB" dirty="0"/>
              <a:t>Multimedia Wireless Networks A1</a:t>
            </a:r>
            <a:endParaRPr lang="en-GB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504000" y="3018950"/>
            <a:ext cx="9071640" cy="8863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r>
              <a:rPr lang="en-GB" sz="3200" dirty="0"/>
              <a:t>Sascha Furrer, F11502002</a:t>
            </a:r>
            <a:endParaRPr lang="en-US" dirty="0"/>
          </a:p>
          <a:p>
            <a:r>
              <a:rPr lang="en-GB" sz="3200" dirty="0"/>
              <a:t>Basic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AA664-C1BD-A954-B418-FB1C3E7D7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Problem with 802.11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648C93-767E-D877-9FFE-8D005D39D8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3" r="68"/>
          <a:stretch>
            <a:fillRect/>
          </a:stretch>
        </p:blipFill>
        <p:spPr>
          <a:xfrm>
            <a:off x="394068" y="1166414"/>
            <a:ext cx="9296154" cy="3570390"/>
          </a:xfrm>
          <a:prstGeom prst="rect">
            <a:avLst/>
          </a:prstGeom>
        </p:spPr>
      </p:pic>
      <p:sp>
        <p:nvSpPr>
          <p:cNvPr id="15" name="PlaceHolder 2">
            <a:extLst>
              <a:ext uri="{FF2B5EF4-FFF2-40B4-BE49-F238E27FC236}">
                <a16:creationId xmlns:a16="http://schemas.microsoft.com/office/drawing/2014/main" id="{ECA6A44D-2805-4AA3-BCBC-929B35B86EAA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7" name="PlaceHolder 2">
            <a:extLst>
              <a:ext uri="{FF2B5EF4-FFF2-40B4-BE49-F238E27FC236}">
                <a16:creationId xmlns:a16="http://schemas.microsoft.com/office/drawing/2014/main" id="{F7FE4A46-303E-0122-8887-5B1343282253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726103-BC54-87E5-545E-57F4BC22E5FB}"/>
              </a:ext>
            </a:extLst>
          </p:cNvPr>
          <p:cNvSpPr txBox="1"/>
          <p:nvPr/>
        </p:nvSpPr>
        <p:spPr>
          <a:xfrm>
            <a:off x="2322357" y="5209445"/>
            <a:ext cx="54361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>
                <a:solidFill>
                  <a:schemeClr val="bg1">
                    <a:lumMod val="49000"/>
                  </a:schemeClr>
                </a:solidFill>
              </a:rPr>
              <a:t>Mangold et al., IEEE Wireless Comm., Dec. 2003, Fig. 1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63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7A41FA9-8697-2AB0-BC36-2301A791C2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" b="159"/>
          <a:stretch>
            <a:fillRect/>
          </a:stretch>
        </p:blipFill>
        <p:spPr>
          <a:xfrm>
            <a:off x="2322116" y="1001263"/>
            <a:ext cx="5546492" cy="422713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75082609-EC67-474E-66C3-02EE4739455F}"/>
              </a:ext>
            </a:extLst>
          </p:cNvPr>
          <p:cNvSpPr txBox="1">
            <a:spLocks/>
          </p:cNvSpPr>
          <p:nvPr/>
        </p:nvSpPr>
        <p:spPr>
          <a:xfrm>
            <a:off x="504000" y="394601"/>
            <a:ext cx="9071640" cy="6093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dirty="0"/>
              <a:t>802.11e additions</a:t>
            </a:r>
          </a:p>
        </p:txBody>
      </p:sp>
      <p:sp>
        <p:nvSpPr>
          <p:cNvPr id="13" name="PlaceHolder 2">
            <a:extLst>
              <a:ext uri="{FF2B5EF4-FFF2-40B4-BE49-F238E27FC236}">
                <a16:creationId xmlns:a16="http://schemas.microsoft.com/office/drawing/2014/main" id="{05E62652-AC19-E1BE-3D69-1B0E4DF4AB3E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5" name="PlaceHolder 2">
            <a:extLst>
              <a:ext uri="{FF2B5EF4-FFF2-40B4-BE49-F238E27FC236}">
                <a16:creationId xmlns:a16="http://schemas.microsoft.com/office/drawing/2014/main" id="{F52BEB1D-A88D-C245-50D8-3CDD042666E8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89F786-135F-04AF-C4E4-E4526E424D82}"/>
              </a:ext>
            </a:extLst>
          </p:cNvPr>
          <p:cNvSpPr txBox="1"/>
          <p:nvPr/>
        </p:nvSpPr>
        <p:spPr>
          <a:xfrm>
            <a:off x="2322357" y="5209445"/>
            <a:ext cx="54361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>
                <a:solidFill>
                  <a:schemeClr val="bg1">
                    <a:lumMod val="49000"/>
                  </a:schemeClr>
                </a:solidFill>
              </a:rPr>
              <a:t>Mangold et al., IEEE Wireless Comm., Dec. 2003, Fig. 4</a:t>
            </a:r>
            <a:endParaRPr lang="en-US" dirty="0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612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EC71-1068-44F9-3062-BE7273E2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What the paper shows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7AC9EE-1847-E2D9-AB36-479C4CDD3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097" y="1002003"/>
            <a:ext cx="4078709" cy="4211424"/>
          </a:xfrm>
          <a:prstGeom prst="rect">
            <a:avLst/>
          </a:prstGeom>
        </p:spPr>
      </p:pic>
      <p:sp>
        <p:nvSpPr>
          <p:cNvPr id="11" name="PlaceHolder 2">
            <a:extLst>
              <a:ext uri="{FF2B5EF4-FFF2-40B4-BE49-F238E27FC236}">
                <a16:creationId xmlns:a16="http://schemas.microsoft.com/office/drawing/2014/main" id="{DC4882F5-0532-BBE2-3762-C78230F0335D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3" name="PlaceHolder 2">
            <a:extLst>
              <a:ext uri="{FF2B5EF4-FFF2-40B4-BE49-F238E27FC236}">
                <a16:creationId xmlns:a16="http://schemas.microsoft.com/office/drawing/2014/main" id="{35DCDD73-3E04-81CD-A00B-2C6A61582C40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893435-BDD1-B3DB-20D3-3EEA9EB5CEDB}"/>
              </a:ext>
            </a:extLst>
          </p:cNvPr>
          <p:cNvSpPr txBox="1"/>
          <p:nvPr/>
        </p:nvSpPr>
        <p:spPr>
          <a:xfrm>
            <a:off x="2322357" y="5209445"/>
            <a:ext cx="543613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>
                <a:solidFill>
                  <a:schemeClr val="bg1">
                    <a:lumMod val="49000"/>
                  </a:schemeClr>
                </a:solidFill>
              </a:rPr>
              <a:t>Mangold et al., IEEE Wireless Comm., Dec. 2003, Fig. 8</a:t>
            </a:r>
            <a:endParaRPr lang="en-US">
              <a:solidFill>
                <a:schemeClr val="bg1">
                  <a:lumMod val="49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2145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23E7E-DF69-A8CB-37B9-6F32AC4AF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Paper's limitations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FA3430-A56C-5913-B432-5662A01F384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504000" y="2749121"/>
            <a:ext cx="9071640" cy="443198"/>
          </a:xfrm>
        </p:spPr>
        <p:txBody>
          <a:bodyPr/>
          <a:lstStyle/>
          <a:p>
            <a:r>
              <a:rPr lang="en-US" dirty="0">
                <a:cs typeface="Arial"/>
              </a:rPr>
              <a:t>deliberately used simple traffic model</a:t>
            </a:r>
            <a:endParaRPr lang="en-US" dirty="0"/>
          </a:p>
        </p:txBody>
      </p:sp>
      <p:sp>
        <p:nvSpPr>
          <p:cNvPr id="9" name="PlaceHolder 2">
            <a:extLst>
              <a:ext uri="{FF2B5EF4-FFF2-40B4-BE49-F238E27FC236}">
                <a16:creationId xmlns:a16="http://schemas.microsoft.com/office/drawing/2014/main" id="{263731FE-A37B-DA43-3933-956C5E4BF301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1" name="PlaceHolder 2">
            <a:extLst>
              <a:ext uri="{FF2B5EF4-FFF2-40B4-BE49-F238E27FC236}">
                <a16:creationId xmlns:a16="http://schemas.microsoft.com/office/drawing/2014/main" id="{3A76867C-F680-41FA-60E1-570D51EF885D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72093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20A47-3079-7A6F-496C-B971B19AC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My proposal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61F07A-4AFC-4C4B-8870-B972A7288EF2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504000" y="2126387"/>
            <a:ext cx="9071640" cy="1688667"/>
          </a:xfrm>
        </p:spPr>
        <p:txBody>
          <a:bodyPr/>
          <a:lstStyle/>
          <a:p>
            <a:r>
              <a:rPr lang="en-US" dirty="0">
                <a:cs typeface="Arial"/>
              </a:rPr>
              <a:t>reproduce in ns-3</a:t>
            </a:r>
            <a:endParaRPr lang="en-US"/>
          </a:p>
          <a:p>
            <a:r>
              <a:rPr lang="en-US" dirty="0">
                <a:cs typeface="Arial"/>
              </a:rPr>
              <a:t>3GPP traffic model from TS 26.926</a:t>
            </a:r>
            <a:endParaRPr lang="en-US" dirty="0"/>
          </a:p>
          <a:p>
            <a:r>
              <a:rPr lang="en-US" dirty="0">
                <a:cs typeface="Arial"/>
              </a:rPr>
              <a:t>delay distribution</a:t>
            </a:r>
          </a:p>
        </p:txBody>
      </p:sp>
      <p:sp>
        <p:nvSpPr>
          <p:cNvPr id="9" name="PlaceHolder 2">
            <a:extLst>
              <a:ext uri="{FF2B5EF4-FFF2-40B4-BE49-F238E27FC236}">
                <a16:creationId xmlns:a16="http://schemas.microsoft.com/office/drawing/2014/main" id="{8B47305E-195F-C427-4252-5021F0367777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1" name="PlaceHolder 2">
            <a:extLst>
              <a:ext uri="{FF2B5EF4-FFF2-40B4-BE49-F238E27FC236}">
                <a16:creationId xmlns:a16="http://schemas.microsoft.com/office/drawing/2014/main" id="{1BC3DD8A-3CFD-5352-CDFD-ACB21EF3AA12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4435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564F-AE1C-DF37-33B2-2BA3D7676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B1F058-89CD-77B9-B1AC-EC09AFF5E739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504000" y="1862724"/>
            <a:ext cx="9071640" cy="2215991"/>
          </a:xfrm>
        </p:spPr>
        <p:txBody>
          <a:bodyPr/>
          <a:lstStyle/>
          <a:p>
            <a:r>
              <a:rPr lang="en-US" dirty="0">
                <a:cs typeface="Arial"/>
              </a:rPr>
              <a:t>S. Mangold, S. Choi, G. R. Hiertz, O. Klein and B. Walke, </a:t>
            </a:r>
            <a:br>
              <a:rPr lang="en-US" dirty="0">
                <a:cs typeface="Arial"/>
              </a:rPr>
            </a:br>
            <a:r>
              <a:rPr lang="en-US" dirty="0">
                <a:cs typeface="Arial"/>
              </a:rPr>
              <a:t>"Analysis of IEEE 802.11e for QoS Support in Wireless LANs," </a:t>
            </a:r>
            <a:br>
              <a:rPr lang="en-US" dirty="0">
                <a:cs typeface="Arial"/>
              </a:rPr>
            </a:br>
            <a:r>
              <a:rPr lang="en-US" dirty="0">
                <a:cs typeface="Arial"/>
              </a:rPr>
              <a:t>IEEE Wireless Communications, Dec. 2003.</a:t>
            </a:r>
            <a:endParaRPr lang="en-US" dirty="0"/>
          </a:p>
        </p:txBody>
      </p:sp>
      <p:sp>
        <p:nvSpPr>
          <p:cNvPr id="9" name="PlaceHolder 2">
            <a:extLst>
              <a:ext uri="{FF2B5EF4-FFF2-40B4-BE49-F238E27FC236}">
                <a16:creationId xmlns:a16="http://schemas.microsoft.com/office/drawing/2014/main" id="{6590D9FF-0430-2D18-E8A7-F9F9F5162AA2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1" name="PlaceHolder 2">
            <a:extLst>
              <a:ext uri="{FF2B5EF4-FFF2-40B4-BE49-F238E27FC236}">
                <a16:creationId xmlns:a16="http://schemas.microsoft.com/office/drawing/2014/main" id="{FC5592B2-36BD-8B4F-E1C0-0F7DD491A143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3955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BF6D6-7C56-73EA-DB27-35478B55D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532631"/>
            <a:ext cx="9071640" cy="609398"/>
          </a:xfrm>
        </p:spPr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9" name="PlaceHolder 2">
            <a:extLst>
              <a:ext uri="{FF2B5EF4-FFF2-40B4-BE49-F238E27FC236}">
                <a16:creationId xmlns:a16="http://schemas.microsoft.com/office/drawing/2014/main" id="{5C04DD3A-A7F8-7744-FE40-0A794A0056DE}"/>
              </a:ext>
            </a:extLst>
          </p:cNvPr>
          <p:cNvSpPr txBox="1">
            <a:spLocks/>
          </p:cNvSpPr>
          <p:nvPr/>
        </p:nvSpPr>
        <p:spPr>
          <a:xfrm>
            <a:off x="108403" y="5197837"/>
            <a:ext cx="2049040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US" sz="2400" dirty="0"/>
              <a:t>Sascha Furrer</a:t>
            </a:r>
            <a:endParaRPr lang="en-US" sz="2400" dirty="0">
              <a:cs typeface="Arial"/>
            </a:endParaRPr>
          </a:p>
        </p:txBody>
      </p:sp>
      <p:sp>
        <p:nvSpPr>
          <p:cNvPr id="11" name="PlaceHolder 2">
            <a:extLst>
              <a:ext uri="{FF2B5EF4-FFF2-40B4-BE49-F238E27FC236}">
                <a16:creationId xmlns:a16="http://schemas.microsoft.com/office/drawing/2014/main" id="{B417F882-BF3B-1B7E-842E-B2AAF006D235}"/>
              </a:ext>
            </a:extLst>
          </p:cNvPr>
          <p:cNvSpPr txBox="1">
            <a:spLocks/>
          </p:cNvSpPr>
          <p:nvPr/>
        </p:nvSpPr>
        <p:spPr>
          <a:xfrm>
            <a:off x="8134473" y="5197064"/>
            <a:ext cx="1825594" cy="33239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spAutoFit/>
          </a:bodyPr>
          <a:lstStyle>
            <a:lvl1pPr indent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4400" b="0" u="none" strike="noStrike" kern="1200">
                <a:solidFill>
                  <a:srgbClr val="000000"/>
                </a:solidFill>
                <a:effectLst/>
                <a:uFillTx/>
                <a:latin typeface="Arial"/>
                <a:ea typeface="+mj-ea"/>
                <a:cs typeface="+mj-cs"/>
              </a:defRPr>
            </a:lvl1pPr>
          </a:lstStyle>
          <a:p>
            <a:r>
              <a:rPr lang="en-GB" sz="2400" dirty="0">
                <a:cs typeface="Arial"/>
              </a:rPr>
              <a:t>MWN – 2026</a:t>
            </a:r>
            <a:endParaRPr lang="en-US" sz="24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58374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Microsoft Office PowerPoint</Application>
  <PresentationFormat>Custom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</vt:lpstr>
      <vt:lpstr>Multimedia Wireless Networks A1</vt:lpstr>
      <vt:lpstr>Problem with 802.11</vt:lpstr>
      <vt:lpstr>PowerPoint Presentation</vt:lpstr>
      <vt:lpstr>What the paper shows</vt:lpstr>
      <vt:lpstr>Paper's limitations</vt:lpstr>
      <vt:lpstr>My proposal</vt:lpstr>
      <vt:lpstr>References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/>
  <cp:revision>172</cp:revision>
  <dcterms:created xsi:type="dcterms:W3CDTF">2026-09-18T13:28:44Z</dcterms:created>
  <dcterms:modified xsi:type="dcterms:W3CDTF">2026-09-19T09:28:23Z</dcterms:modified>
  <dc:language>en-GB</dc:language>
</cp:coreProperties>
</file>