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49B50B-72FD-403D-A977-18C440F313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FD4B7F-41B1-44F2-8F0C-CED2523AE6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57589EC-9CD3-42EC-92DD-CB334F27C693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ECE final year of BA, exchange student, Switzerland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2026-09-18T13:28:44Z</dcterms:created>
  <dc:creator/>
  <dc:description/>
  <dc:language>en-GB</dc:language>
  <cp:lastModifiedBy/>
  <dcterms:modified xsi:type="dcterms:W3CDTF">2026-09-18T13:48:52Z</dcterms:modified>
  <cp:revision>4</cp:revision>
  <dc:subject/>
  <dc:title/>
</cp:coreProperties>
</file>